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Estudo Vocacional — Itajaí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Análise de vocação de terreno · Itajaí ·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Identificação do Terreno e Zona de Influência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Isócronas de deslocamento:</a:t>
            </a:r>
          </a:p>
          <a:p>
            <a:r>
              <a:rPr sz="2000"/>
              <a:t>Até 10 min</a:t>
            </a:r>
          </a:p>
          <a:p>
            <a:r>
              <a:rPr sz="2000"/>
              <a:t>Até 20 min</a:t>
            </a:r>
          </a:p>
          <a:p>
            <a:r>
              <a:rPr sz="2000"/>
              <a:t>Até 30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Zona de Influência — Deslocamento por Tempo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Legenda:</a:t>
            </a:r>
          </a:p>
          <a:p>
            <a:r>
              <a:rPr sz="2000"/>
              <a:t>Até 10 min</a:t>
            </a:r>
          </a:p>
          <a:p>
            <a:r>
              <a:rPr sz="2000"/>
              <a:t>Até 20 min</a:t>
            </a:r>
          </a:p>
          <a:p>
            <a:r>
              <a:rPr sz="2000"/>
              <a:t>Até 30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Z.I. — Isócronas Consolidadas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Legenda:</a:t>
            </a:r>
          </a:p>
          <a:p>
            <a:r>
              <a:rPr sz="2000"/>
              <a:t>Até 10 min</a:t>
            </a:r>
          </a:p>
          <a:p>
            <a:r>
              <a:rPr sz="2000"/>
              <a:t>Até 20 min</a:t>
            </a:r>
          </a:p>
          <a:p>
            <a:r>
              <a:rPr sz="2000"/>
              <a:t>Até 45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Perfil Sociodemográfico — Faixas de Renda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7772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</a:tblGrid>
              <a:tr h="365760">
                <a:tc>
                  <a:txBody>
                    <a:bodyPr/>
                    <a:lstStyle/>
                    <a:p>
                      <a:r>
                        <a:t>Faixa de Renda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Domicilios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Até 3 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3 a 6 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6 a 10 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062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/>
              <a:t>O empreedimento analisado apresenta forte demandda por unidades de dois dormitórios, com perfil de moradya compatível com a renda média local.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Sociodemográfico — Domicílios por Faixa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7680960" cy="18873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Projeção de Demanda — Renda por Ano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7680960" cy="18873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Mercado — Oferta Lançada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7772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</a:tblGrid>
              <a:tr h="365760">
                <a:tc>
                  <a:txBody>
                    <a:bodyPr/>
                    <a:lstStyle/>
                    <a:p>
                      <a:r>
                        <a:t>Tipologia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Unidades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1 dorm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2 dorm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3 dorm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062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/>
              <a:t>A oferta lançada em Florianópolis mostra concentração no segmento médio-alto, com boa velocidade de vendas nos últimos trimestres.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Mercado — Preço Médio por Faixa (R$/m²)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7680960" cy="18873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Lacunas de Mercado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7772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</a:tblGrid>
              <a:tr h="365760">
                <a:tc>
                  <a:txBody>
                    <a:bodyPr/>
                    <a:lstStyle/>
                    <a:p>
                      <a:r>
                        <a:t>Segmento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Participação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Renda baixa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Renda média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Renda 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02336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/>
              <a:t>Aproximadamente 35% dos domicílios concentram-se na faixa de maior renda, indicando espaço para produto de alto padrão.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Absorção de 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A absorção projetada acompanha o ritmo histórico da região, sem distorções.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Entorno — Mapeamento Físico e Infraestrutura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O entorno oferece infraestrutura urbana consolidada e acesso a serviços.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conferir dados de infraestrutura com a equipe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Vocação do Terreno — Conclusão e Recomendações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O terreno apresenta vocação para produto residencial vertical de 2 dorm.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Metodologia do Estudo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Conteúdo de apoio, sem dados numéricos auditáveis.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Equipe e Créditos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Conteúdo de apoio, sem dados numéricos auditáveis.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