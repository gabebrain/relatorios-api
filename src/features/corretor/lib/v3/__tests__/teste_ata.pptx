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Estudo Vocacional — Guarulhos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Ata de Abertura — Briefing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4441371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Conteúdo de apoio.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